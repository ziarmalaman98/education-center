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772400" y="-731520"/>
            <a:ext cx="5120640" cy="5120640"/>
          </a:xfrm>
          <a:prstGeom prst="arc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5836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500" b="1">
                <a:solidFill>
                  <a:srgbClr val="70E9DB"/>
                </a:solidFill>
                <a:latin typeface="Tahoma"/>
              </a:defRPr>
            </a:pPr>
            <a:r>
              <a:t>Education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640080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Tahoma"/>
              </a:defRPr>
            </a:pPr>
            <a:r>
              <a:t>د MIS سیستم</a:t>
            </a:r>
            <a:br/>
            <a:r>
              <a:t>د نصب او کارولو لارښود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6400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D2E7ED"/>
                </a:solidFill>
                <a:latin typeface="Tahoma"/>
              </a:defRPr>
            </a:pPr>
            <a:r>
              <a:t>د مرکز مدیر، حسابدار او کارکوونکو لپاره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60120"/>
            <a:ext cx="4251960" cy="2480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۱. سیستم څه کار کوي؟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دا سیستم د تعلیمي مرکز ټول مهم معلومات په یو ځای کې ساتي.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زده‌کوونکي او داخلې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زده‌کوونکی ثبت، په صنف کې داخله، د اړیکې معلومات او د فعال حالت اداره.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فیس او تادیات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بل جوړول، رسید ورکول، پاتې او پوره تادیه شوي فیسونه معلومول.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حاضري او پایلې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ورځنۍ حاضري، غیابت، امتحان او د زده‌کوونکو پایلې ثبتول.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MIS راپورونه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میاشتې مالي راپور، د صنف پاتې فیس او بشپړه حاضري لیدل.</a:t>
            </a:r>
          </a:p>
        </p:txBody>
      </p:sp>
      <p:pic>
        <p:nvPicPr>
          <p:cNvPr id="21" name="Picture 2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۲. له نصب مخکې چمتووالی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له نصب مخکې دا موارد چک کړئ.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کمپیوټر او انټرنېټ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Windows 10/11، د انټرنېټ اړیکه یوازې د لومړي نصب او تازه کولو لپاره.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Python 3.12 یا نوې نسخه نصب کړئ او د Command Prompt له لارې یې وازمویئ: python --version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د فایل ځای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Education Center فولډر په خوندي ډرایو کې وساتئ؛ د Desktop پر ځای D: ښه انتخاب دی.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احتیاطي کاپي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هره ورځ د db.sqlite3 او media فولډر کاپي په USB یا Cloud کې واخلئ.</a:t>
            </a:r>
          </a:p>
        </p:txBody>
      </p:sp>
      <p:pic>
        <p:nvPicPr>
          <p:cNvPr id="21" name="Picture 20" descr="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۳. د لومړي ځل نصب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دا قوماندې په PowerShell کې، د پروژې په فولډر کې اجرا کړئ.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۱ — فولډر ته تلل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cd "C:\Path\To\Education Center"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۲ — اړتیاوې نصب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python -m pip install django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۳ — ډیټابیس جوړول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python manage.py migrate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۴ — مدیر جوړول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python manage.py createsuperuser  — د کارن نوم او پټنوم خوندي وساتئ.</a:t>
            </a:r>
          </a:p>
        </p:txBody>
      </p:sp>
      <p:pic>
        <p:nvPicPr>
          <p:cNvPr id="21" name="Picture 20" descr="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۴. سیستم څنګه پرانیزو؟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هره ورځ د کار تر پیل مخکې همدا دوه ګامونه وکړئ.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سرور چالان کړئ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په پروژې فولډر کې: python manage.py runserver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براوزر پرانیزئ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دا پته ولیکئ: http://127.0.0.1:8000/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ننوتل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Login له لارې د مدیر یا کارکوونکي حساب سره داخل شئ.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کار پای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ورځې په پای کې له حسابه Logout وکړئ او د ډیټابیس Backup واخلئ.</a:t>
            </a:r>
          </a:p>
        </p:txBody>
      </p:sp>
      <p:pic>
        <p:nvPicPr>
          <p:cNvPr id="21" name="Picture 2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۵. د پیل مهم تنظیمات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له دې ترتیب څخه مه اوړئ؛ معلومات به منظم پاتې شي.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۱ — کارکوونکي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مدیر، حسابدار، استقبال او استاد حسابونه او رولونه جوړ کړئ.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۲ — کورسونه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کورس نوم، فیس، موده او کچه ثبت کړئ.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۳ — صنفونه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استاد، پیل نېټه، پای نېټه، خونه او تدریسي ورځې ثبت کړئ.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۴ — زده‌کوونکي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لومړی زده‌کوونکی ثبت کړئ، بیا یې په صحیح صنف کې داخله کړئ.</a:t>
            </a:r>
          </a:p>
        </p:txBody>
      </p:sp>
      <p:pic>
        <p:nvPicPr>
          <p:cNvPr id="21" name="Picture 20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۶. د هرې ورځې کاري جریان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دا ترتیب د معلوماتو د تېروتنې مخه نیسي.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زده‌کوونکی → صنف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لومړی Student، بیا Enrollment؛ بې داخله زده‌کوونکي ته بل مه جوړوئ.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صنف → بل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بل جوړولو پر وخت هم زده‌کوونکی او هم صحیح صنف انتخاب کړئ.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بل → تادیه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هره تادیه د رسید نمبر سره ثبت کړئ؛ د بل له اندازې زیاته پیسه نه منل کېږي.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حاضري → راپور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هر تدریسي ورځ حاضر/غایب ثبت کړئ، بیا د MIS راپور وګورئ.</a:t>
            </a:r>
          </a:p>
        </p:txBody>
      </p:sp>
      <p:pic>
        <p:nvPicPr>
          <p:cNvPr id="21" name="Picture 20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۷. د حاضرۍ ثبتولو اصول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دقیق حاضري د راپور د سمون اساس دی.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هره تدریسي ورځ ثبت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استاد له ټولګي وروسته حاضر او غایب زده‌کوونکي سمدستي ثبت کړئ.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نه دی ثبت شوی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په MIS راپور کې دا حالت مانا لري چې د تدریسي ورځې حاضري لا نه ده ثبت شوې.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تدریسي ورځې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په Class کې attendance_weekdays له حقیقي مهالویش سره برابر کړئ؛ بېلګه شنبه–چهارشنبه: 5,6,0,1,2.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میاشتنی کنټرول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هرې میاشتې په پای کې بشپړ د حاضرۍ لست او CSV فایل واخلئ.</a:t>
            </a:r>
          </a:p>
        </p:txBody>
      </p:sp>
      <p:pic>
        <p:nvPicPr>
          <p:cNvPr id="21" name="Picture 2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۸. فیس او MIS راپور تشریح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د راپور له لارې په څو ثانیو کې مالي وضعیت وګورئ.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پاتې فیسونه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هغه بلونه چې لا پوره نه دي تادیه شوي؛ تادیه او پاتې اندازه دواړه ښکاري.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پوره تادیه شوي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هغه زده‌کوونکي چې د ټاکل شوې میاشتې بل یې بشپړ ورکړی.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د صنف راپور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هر صنف پاتې فیس او د کورس د ختمېدو پاتې ورځې.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فلټر او صادرول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میاشت، صنف او زده‌کوونکی وټاکئ؛ حاضري CSV/Excel ته ښکته کړئ.</a:t>
            </a:r>
          </a:p>
        </p:txBody>
      </p:sp>
      <p:pic>
        <p:nvPicPr>
          <p:cNvPr id="21" name="Picture 2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۹. رولونه او د معلوماتو ساتنه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هر کارکوونکي ته یوازې اړینه اجازه ورکړئ.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مدیر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ټول سیستم، راپورونه، کاروونکي او تنظیمات اداره کوي.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حسابدار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بلونه، تادیات او MIS مالي راپورونه اداره کوي.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استقبال او استاد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یوازې اړوند زده‌کوونکي، صنفونه او حاضرۍ ته لاسرسی ولري.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پټنوم او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قوي پټنوم وکاروئ، له بل چا سره یې مه شریکوئ، او هره ورځ Backup واخلئ.</a:t>
            </a:r>
          </a:p>
        </p:txBody>
      </p:sp>
      <p:pic>
        <p:nvPicPr>
          <p:cNvPr id="21" name="Picture 20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۱۰. عامې ستونزې او 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د ستونزې پر مهال دا چک‌لېست وکاروئ.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سیستم نه پرانیستل کېږي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وګورئ runserver چالان دی او پته 127.0.0.1:8000 ده.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د صنف پای نېټه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که نه ښکاري، د کورس موده او د صنف د پیل نېټه وګورئ.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فیس په غلط صنف کې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بل مه حذف کوئ؛ د مدیر له لارې یې پر صحیح صنف واړوئ.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حاضري نه دی ثبت شوی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صنف تدریسي ورځې او د هماغې ورځې Attendance ثبت وګورئ.</a:t>
            </a:r>
          </a:p>
        </p:txBody>
      </p:sp>
      <p:pic>
        <p:nvPicPr>
          <p:cNvPr id="21" name="Picture 20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2500" b="1">
                <a:solidFill>
                  <a:srgbClr val="092B46"/>
                </a:solidFill>
                <a:latin typeface="Tahoma"/>
              </a:defRPr>
            </a:pPr>
            <a:r>
              <a:t>۱۱. د سپارلو وروستی چک‌لېست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697E91"/>
                </a:solidFill>
                <a:latin typeface="Tahoma"/>
              </a:defRPr>
            </a:pPr>
            <a:r>
              <a:t>تر سپارلو مخکې هره خانه تائید کړئ.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1353312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80744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مدیر حساب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مدیر کارن نوم او خوندي پټنوم مسئول کس ته وسپارئ.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2386584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14015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لومړني معلومات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کورسونه، استادان، صنفونه، زده‌کوونکي او فیسونه سم ثبت شوي وي.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19856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47287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ازمایښتي کار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58183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یو زده‌کوونکی، یو بل، یوه تادیه او یوه حاضري د ازموینې لپاره ثبت کړئ.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4453127"/>
            <a:ext cx="393192" cy="393192"/>
          </a:xfrm>
          <a:prstGeom prst="ellipse">
            <a:avLst/>
          </a:prstGeom>
          <a:solidFill>
            <a:srgbClr val="0B8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93192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Tahoma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7"/>
            <a:ext cx="583387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700" b="1">
                <a:solidFill>
                  <a:srgbClr val="092B46"/>
                </a:solidFill>
                <a:latin typeface="Tahoma"/>
              </a:defRPr>
            </a:pPr>
            <a:r>
              <a:t>Backup او ملاتړ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5"/>
            <a:ext cx="5833872" cy="4754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300" b="0">
                <a:solidFill>
                  <a:srgbClr val="697E91"/>
                </a:solidFill>
                <a:latin typeface="Tahoma"/>
              </a:defRPr>
            </a:pPr>
            <a:r>
              <a:t>د Backup ځای وټاکئ او د ستونزې پر مهال د تماس مسئول معلوم کړئ.</a:t>
            </a:r>
          </a:p>
        </p:txBody>
      </p:sp>
      <p:pic>
        <p:nvPicPr>
          <p:cNvPr id="21" name="Picture 20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38862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ahoma"/>
              </a:defRPr>
            </a:pPr>
            <a:r>
              <a:t>مننه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0">
                <a:solidFill>
                  <a:srgbClr val="AAE1DB"/>
                </a:solidFill>
                <a:latin typeface="Tahoma"/>
              </a:defRPr>
            </a:pPr>
            <a:r>
              <a:t>Education Center MIS</a:t>
            </a:r>
            <a:br/>
            <a:r>
              <a:t>منظم معلومات، روښانه راپورونه، ښه اداره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840480"/>
            <a:ext cx="4480560" cy="26136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